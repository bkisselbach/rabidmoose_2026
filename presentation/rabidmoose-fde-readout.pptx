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0 talk track: "You asked me to index a wiki. Instead let me introduce you to a client… RabidMoose is fictional; the architecture, the data shape, and everything measured in this deck are real. Every Essential requirement is in here — I'll call each out as we pass it." I am the Coveo FDE assigned to the RabidMoose evaluation; this is the engagement readout, with asides to this panel about why each piece is configured the way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topics, 25 min each incl. Q&amp;A. I own time and the hand-over. Interrupt any time — every slide closes a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FDE decision — how is this client's data actually shaped? Transactional catalog ≠ editorial knowledge ≠ newsroom → separate sources, one index; each surface scoped by source/pipeline rather than separate deployments. No waiting on a data-sharing agreement: public stand-in data shaped exactly like theirs. Doc counts measured live 2026-08-18.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"Crawler or push?" is a per-source decision; I ran both and kept the receipts. Sitemap crawler = fast first index. Push/Stream = production answer: deterministic scope, exact field control over pricing that page HTML can't provide, fast partial re-pushes for iteration. Stream API open→upload→close for the catalog; single-card/single-species test pushes for iteration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ec_brand/ec_category per set; generation derived from structure not hardcoded ranges. The additionalFields story: facet counts worked, every product's fields came back empty — HTTP 200, no error — until set via the Commerce Configurations API (not in the CMH UI). Enrichment (spec sentences + Pokédex join: "the TCG says Lightning, shoppers say electric") closed the shopper-vocabulary gap: "electric mouse" → Pikachu. Q&amp;A ammo: Commerce Configurations API 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Headless: two engines concurrently in one app shell, direct state control, mirrors the real client (existing design system to integrate into). Atomic is the answer for the opposite client — say so. Commerce context conditions and searchHub conditions route every request. The orphan pipeline: "remember this one, it returns in the ML act." Evidence (30s): /search?q=charizard — cards + species strip, one box, two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facet ✓ Generation facet ✓ images ✓ detail pages ✓ — then one sentence per extra surface: same disciplines, different corpus, one index. Vault Weakness facet found by probing, zero index work. News bodies served via Quickview from the index. PDP About section = the other engine on a commerce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tuning lives in config, not code. Statements are snapshots per pipeline (drift-checked by script). The pokemon-news ASCII-condition trap; "a pipeline without its condition silently falls back to default" — the kind of thing you only learn by reading the response's own pipeline field. Featured result: QPL top/boost 422s on commerce; the Result Rankings JSON admin endpoint is the working path. Evidence (20s): onix → pinned Featured card. Vault regression: semantic encoder on the Vault pipeline ballooned charizard 5→441 matches — reverted; semantic recall belongs in a labeled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each, fast; flag the two that carry war stories (recs, PQS) and the honest cold ones (facetsense/DNE: "mechanism, not results — it needs traffic I don't have yet"). Read live via the CMH admin key 2026-08-18.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RGA is grounded on content I deliberately enriched (evolution methods, matchups, locations); "model Active ≠ feature usable" — the Answer Configuration object behind its own privilege. PR POV: PR is what you reach for when you want citation-grounded retrieval with no model paraphrasing — compliance-sensitive contexts, agent-assist, structured Q&amp;A; here it's the evidence layer under RGA and the semantic finder. Vault count regression = the cautionary tale for merging semantic recall into keyword counts. Evidence (45s): Ask on a verified species (Magikarp/Charizard), open-form phrasing only, never negative-framed.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~90 seconds: "the model was fine; no request could reach it. And when it could, all rules collapsed to position order — the lever was a condition per association rule. Today: Recently Viewed personalizes per visitor, Trending is honestly population-level, and the PDP shows two different correct rails." Close with the honesty gate: no surface claimed personalization until it was real. Evidence (30s): ProfileSwitcher Dana → Marcus → Guest ("only the empty one proves the other two weren't hardcoded"). Warm the visitor on prod first (3–4 PDP views).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"not wired" from "wired but starved"; probe the platform limit precisely (edit-distance-1 cap); build the smallest honest bridge; never let the bridge masquerade as the platform. Evidence (15s): type "char" in the header — suggestion rows + instant products (pre-flight decides the PQS-vs-local narrative).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access to the same index — Coveo as the retrieval layer for an LLM agent, via Coveo's own hosted MCP server. Grounding discipline: tiles come from tool-call results, never parsed from prose; persona-aware via the session brief. Decision-process beat: the MCP chat was cut on 08-14 with recorded reasons, then rebuilt when the reasoning no longer held — dated decisions, argued reversals. Expect Q&amp;A here on where Coveo fits in an agent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"Everything you watched, labeled — this is the lens I'd flip on for RabidMoose's engineering team. What isn't Coveo says so: the fuzzy did-you-mean, the local vocabulary, the deck check. An FDE demo you can audit is worth two you can't." Evidence (20s): flip Demo Mode on a PDP.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"None of these are gaps in the assignment — they're the engagement roadmap." Close: "Every Essential, Intermediate, Advanced and the Bonus — built as the commerce experience a real client would run, measured on the org this morning. Happy to go deep on any of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I own the hand-over. Same client, six months after go-live, worst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in 30 seconds. Viral PSA-10 Charizard sale, Saturday afternoon, 8× forecast within an hour, everyone searching the same thing. Search + PDPs time out ~1 in 5; add-to-cart works when a page loads. VP of Marketplace in the channel watching search-attributed GMV collapse. The clue up front: intermittent failure under peak is a threshold, not a defect — and I know this platform's margins because I built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Stabilize the humans first: one technical bridge, one business channel, never mixed. Roles in five minutes: incident lead (me), comms owner, storefront eng owner. P1 to Coveo support opened in parallel — with org ID, request IDs and traces from the start, not after we've "tried things." Then the four scope questions in order — each answer halves the search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Shown, not read. Two disciplines: platform-side vs implementation-side decided early (sets who owns the fix and what execs hear; my job is evidence, not blame); verified beats plausible (the PQS cadence story — plausible "add more data" theory, ML Admin API showed a fixed retrain cadence). Diagnosis ~45 min in: token-minting service saturation, amplified by per-keystroke calls and naive retries; secondary 429s brushing the org QPS ceiling. Coveo confirmed healthy — which is exactly why the FDE runs it rather than pointing at the vendor. [YOUR STORY #1 — a plausible first theory that was wrong.] If it HAD been Coveo's side: same grid, different exit — evidence package to support at P1, I stay incident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rule: reversible before irreversible; protect the revenue path — search → PDP → add-to-cart — before every enhancement. Six moves in order. Say the degraded mode out loud to the customer: "suggestions and AI answers are off for the next hour; search is stable." Degraded-and-communicated keeps trust; degraded-and-silent destroys it. [YOUR STORY #2 — a stabilization trade-off under pressure.]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Cadence is a promise: first update ≤30 min from confirmed impact, then every 30–60 min even when nothing changed. Two channels: technical bridge (fast, messy) vs exec thread (terse, business-framed, zero speculation). No unverified root cause to execs, ever. When the VP demands an ETA before diagnosis is verified, the answer is the cadence — "next verified update at 15:00" — not a guess. [YOUR STORY #3 — an executive demanding answers mid-incident.]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has an owner and a date, reviewed blameless with the customer. The platform's own calendar makes peaks predictable: set releases and tournament weekends are known dates, like retail promos. Through-line: "The listing fallback, the serialized badge queue, hunting down silent failures like the empty additionalFields — that bias exists because of days like this one. Prevention isn't a phase after the incident. It's how you build."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 in about an hour, because the search space was halved four times before anyone touched a fix — and because I knew where this platform's thresholds were, since I built them. The customer kept their viral moment: degraded, stable, communicated. The incident ended as a runbook, a load test on the release calendar, and alerts that fire before the cliff. That's the operational half of the FDE job. Then open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Q&amp;A: every checklist item, its status, and where it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pipelines and the API surface used beyond the SDKs.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8412480" y="1097280"/>
            <a:ext cx="3108960" cy="3108960"/>
          </a:xfrm>
          <a:prstGeom prst="ellipse">
            <a:avLst/>
          </a:prstGeom>
          <a:solidFill>
            <a:srgbClr val="13203C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0" y="1828800"/>
            <a:ext cx="1645920" cy="164592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54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RabidMoose on Coveo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FDE engagement readout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I built for RabidMoose's evaluation — presented the way I'd present it to their technical team, with asides to this panel about why each piece is configured the way it is.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is fictional. The architecture, the data shape, and every number in this deck are real — measured on the org 2026-08-18.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303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 Kisselbach  ·  Topic 1: technical deep dive  ·  Topic 2: escalation &amp; recovery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github.com/&lt;repo&gt;   ·   www.rabidmoose.com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next 50 minutes run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client, two halves of the FDE job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 · I built it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— Discovery &amp; the data model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Routing &amp; tuning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— Machine learning (the war stories)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— Beyond the checklist: agentic + honesty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— Value &amp; roadmap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min prepared · ~9 min Q&amp;A · every Essential called out as we pass 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5352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B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 · I run its worst day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9672" y="21945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approach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remediation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recurrence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9672" y="4480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client, six months after go-live. Every failure mode points at a component you saw in Topic 1.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any time — every slide closes a thought.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✓ Index pokemondb.net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index, four corpora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→ pipelines → sources → one federated index → five engines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(public stand-ins)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8036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120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(live doc counts)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engines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TCGdex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real TCGplayer/Cardmarket pricing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971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pokemondb.net + PokéAPI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+ enrichment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977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pokemon.com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newsroom headlines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983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983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PokemonPriceTracker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9/10 graded medians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80360" y="19659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26080" y="1965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catalog-scraper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Stream API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80360" y="2971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26080" y="2971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content-scraper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 API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80360" y="39776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26080" y="3977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push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880360" y="49834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6080" y="4983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Webcrawler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 path)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212080" y="19659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F3A2E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5780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Pokemon-Catalog · CATALOG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3,754 docs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12080" y="29718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F3A2E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5780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pokedex-push ·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 docs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12080" y="39776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F3A2E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57800" y="3977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pokemon-news-push ·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docs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212080" y="49834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57800" y="4983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 · SITEMAP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1,031 docs (idle)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818120" y="1965960"/>
            <a:ext cx="1463040" cy="3794760"/>
          </a:xfrm>
          <a:prstGeom prst="roundRect">
            <a:avLst>
              <a:gd name="adj" fmla="val 5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18120" y="1965960"/>
            <a:ext cx="14630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pipelines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ML models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601200" y="196596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46920" y="19659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commerceEngine + catalogEngine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headless/commerce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601200" y="274320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46920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Pokédex half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0" y="352044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46920" y="3520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/pokedex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601200" y="429768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64692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/pokemon-news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601200" y="507492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64692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AskPokedex per-species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 + Passages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606040" y="235458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4937760" y="235458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7543800" y="235458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1" name="Shape 48"/>
          <p:cNvSpPr/>
          <p:nvPr/>
        </p:nvSpPr>
        <p:spPr>
          <a:xfrm>
            <a:off x="2606040" y="336042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4937760" y="336042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7543800" y="336042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2606040" y="436626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4937760" y="436626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7543800" y="436626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7" name="Shape 54"/>
          <p:cNvSpPr/>
          <p:nvPr/>
        </p:nvSpPr>
        <p:spPr>
          <a:xfrm>
            <a:off x="2606040" y="537210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4937760" y="537210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7543800" y="5372100"/>
            <a:ext cx="228600" cy="0"/>
          </a:xfrm>
          <a:prstGeom prst="line">
            <a:avLst/>
          </a:prstGeom>
          <a:noFill/>
          <a:ln w="15875">
            <a:solidFill>
              <a:srgbClr val="9AA7BF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9326880" y="2286000"/>
            <a:ext cx="22860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61" name="Shape 58"/>
          <p:cNvSpPr/>
          <p:nvPr/>
        </p:nvSpPr>
        <p:spPr>
          <a:xfrm>
            <a:off x="9326880" y="3063240"/>
            <a:ext cx="22860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62" name="Shape 59"/>
          <p:cNvSpPr/>
          <p:nvPr/>
        </p:nvSpPr>
        <p:spPr>
          <a:xfrm>
            <a:off x="9326880" y="3840480"/>
            <a:ext cx="22860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9326880" y="4617720"/>
            <a:ext cx="22860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64" name="Shape 61"/>
          <p:cNvSpPr/>
          <p:nvPr/>
        </p:nvSpPr>
        <p:spPr>
          <a:xfrm>
            <a:off x="9326880" y="5394960"/>
            <a:ext cx="228600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65" name="Text 6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counts read live from the org via its own API keys · 2026-08-18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✓ Webcrawler or Push — both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Ingestion: Webcrawler AND Push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says “or”. The org holds both — because the honest answer is “depends on the source”.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Webcrawler — the fast first index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to a searchable index in an afternoon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= whatever the sitemap says; fields = whatever the HTML gives you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the org (`Pokedex`, 1,031 docs, idle) as the receipt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45352" y="15087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Stream API — the production answer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19672" y="2148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scope: exactly 1,025 species, 3,754 cards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field control — pricing, rarity, PSA medians page HTML can't carry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re-push of one card / one species → fast iteration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371600"/>
                <a:gridCol w="55138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(live)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Pokemon-Catalog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PUSH_READY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catalog-scraper → Stream API (TCGdex, 28 sets, real pricing)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PUSH_READY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content-scraper → Push API (pokemondb + PokéAPI)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pokemon-news-push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PUSH_READY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push (real pokemon.com headlines/dates)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 Webcrawler path — kept in the 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live via the catalog API key · 2026-08-18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field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design &amp; index-time relevancy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the contract, not the UI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catalog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ec_* fields (real ec_brand / ec_category per set)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cardtype, cardrarity, cardtypes, cardsetname, cardhp, cardnumber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cardpsa* graded-market fields (PSA 9/10 medians)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sentences + Pokédex join at index time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50876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Pokédex content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17720" y="21488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pokemontype, pokemongeneration (derived from structure, not hardcoded ranges)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pokemonweaknesses, pokemonabilities, stats, sprites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that makes RGA answerable: evolution methods, matchups, locations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mapped news* fields on the newsroom source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15087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3A1F24"/>
          </a:solidFill>
          <a:ln w="9525">
            <a:solidFill>
              <a:srgbClr val="F26D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additionalFields gotcha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58200" y="2011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 counts worked. Every product's fields came back empty. HTTP 200, no error. Values are silently empty until set via the Commerce Configurations API — not in the CMH UI.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0" y="38404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5820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scorecard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5820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A7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11/15</a:t>
            </a:r>
            <a:pPr algn="ctr" indent="0" marL="0">
              <a:buNone/>
            </a:pPr>
            <a:r>
              <a:rPr lang="en-US" sz="2000" dirty="0">
                <a:solidFill>
                  <a:srgbClr val="9AA7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20/21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4582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fail (`pikachoo`) is by-design and covered client-side.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✓ Headless · connected to the cloud org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box, five engines, eight pipelines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request finds its pipeline — routing is config, not code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17373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(SDK)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by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commerceEngine + catalogEngine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@coveo/headless/commerce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$context[commerce-api] is "Search" · trackingId "pokemon-catalog"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cmh-search-pokemon-catalog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…"Listing"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cmh-listing-pokemon-catalog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no-query browse, home 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…"Recommendations"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cmh-recommendations-pokemon-catalog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rec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searchEngine · @coveo/headless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(no condition)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pokedex-querypipeline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Pokédex half of /search, Ask panels, RGA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"Pokedex Vault"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/pokedex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"Pokemon News" (ASCII — a live trap)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pokemon-news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/pokemon-news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AskPokedex (per species)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"Pokedex Passages"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pokedex-passages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 Retrieval evidence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26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6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CONDITION — orphan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6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F26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nothing. Remember this one.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595360" y="1463040"/>
            <a:ext cx="3136392" cy="2103120"/>
          </a:xfrm>
          <a:prstGeom prst="roundRect">
            <a:avLst>
              <a:gd name="adj" fmla="val 3478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239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Headless, not Atomic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823960" y="1965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live in one app shell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state control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real client: an existing design system to integrate into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is the answer for the opposite client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95360" y="3749040"/>
            <a:ext cx="3136392" cy="219456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8239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beat · 30s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823960" y="4251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/search?q=charizard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+ species strip. One box, two engines, two pipelines, one index.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✓ facets + images · Advanced ✓ detail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experience is the checklist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surfaces, one index — capture at 1440, dark theme, after the next deploy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486400" cy="224028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57200" y="1463040"/>
            <a:ext cx="5486400" cy="2240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 — Type + Generation facets, image in every result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486400" cy="224028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245352" y="1463040"/>
            <a:ext cx="5486400" cy="2240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/pokedex Vault — Weakness facet (found by probing, zero index work)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5486400" cy="224028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57200" y="3840480"/>
            <a:ext cx="5486400" cy="2240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/pokemon-news — article bodies via Quickview from the index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45352" y="3840480"/>
            <a:ext cx="5486400" cy="224028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245352" y="3840480"/>
            <a:ext cx="5486400" cy="2240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/card/base1-4 PDP — badges, promo pricing, graded-market panel, About = other engine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16002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✓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554480" y="1600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448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✓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0" y="16002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✓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28232" y="3977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 ✓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query pipelines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as the tuning surface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intent as config — zero deploys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· two families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(pokemon/card/…) and conversational (show/me/need/want). Commerce ANDs free-text terms, so filler emptied queries.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Thesaurus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74720" y="2057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⇄ Electric · holo ⇄ foil ⇄ holographic · sir ⇄ special illustration rare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50876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result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09360" y="2057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Rankings rule pins Hidden Fates Onix GX on `onix`. QPL top/boost 422s on commerce — the JSON admin endpoint is the path.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61120" y="150876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trigger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144000" y="2057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text as pipeline config. Zero deploy.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rare fire cards   </a:t>
            </a:r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193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foil charizard   </a:t>
            </a:r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9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returned, same index, statements only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715000" y="3749040"/>
            <a:ext cx="6016752" cy="219456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hard way (expert-panel notes)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0" y="42519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are snapshot copies across pipelines, not links — tune per pipeline; drift-checked by script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unreachable until its condition object is attached — created-empty pipelines silently fall back to default (learned live on pokemon-news; ASCII hub name, no accent)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encoder on the Vault pipeline: `charizard` 5 → 441 matches, identical ranking, corrupted counts. Reverted — semantic recall belongs in a labeled row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ML — 9 models ONLINE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9-model map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on the surface it serves · all ONLINE · read live 2026-08-18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64592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pokedex-rga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genqa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194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w/ citations · needs the Answer Configuration object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61104" y="146304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3984" y="164592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64024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pokedex-passage-retrieval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764024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chunksretrieval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43984" y="2194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semantic passages · evidence rows + Vault “describe it” finder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65008" y="146304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7888" y="164592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67928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pokedek-semantic-encoder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67928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47888" y="2194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 among keyword matches (verified via debug ranking) — recall is PR's job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10896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pokedex-query-suggestions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6012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querysuggest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" y="3657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Typeahead (classic)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261104" y="2926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43984" y="310896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64024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pokedex-pqs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764024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predictivequerysuggest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43984" y="3657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Typeahead (commerce) — the cold-start diagnosis story ★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65008" y="2926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47888" y="310896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67928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pokedex-automatic-relevance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567928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topclicks (ART)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47888" y="36576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reranking off this org's own 12,530 commerce events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3891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0080" y="457200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0120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pokedex-listing-page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960120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learningtoretrieve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40080" y="5120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Listing-page LTR, tracking-ID scoped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261104" y="43891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43984" y="457200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64024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pokedex-product-recommendation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4764024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productrecommendations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443984" y="5120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rec slots · 19 trained swimlanes — the personalization war story ★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065008" y="43891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247888" y="457200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67928" y="4526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facetsense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8567928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facetsense (DNE)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247888" y="51206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Facet/value ordering on the Vault — cold: claim the mechanism, not results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carries a war story (next slides)   ·   ● = ONLINE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✓ RGA · Bonus ✓ Passage Retrieval + POV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RGA + Passage Retrieval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answers, labeled evidence — and the Bonus POV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669280" cy="292608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57200" y="1463040"/>
            <a:ext cx="566928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Ask-the-Pokédex: answer streaming with citations; passage evidence rows beneath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57200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681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“describe it” finder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“tiny blue mouse that can breathe underwater and evolves twice” → 0 keyword results, a real species anyway. Claim the mechanism, not one name.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76672" cy="1783080"/>
          </a:xfrm>
          <a:prstGeom prst="roundRect">
            <a:avLst>
              <a:gd name="adj" fmla="val 410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 — Advanced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18745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content I deliberately enriched: evolution methods, matchups, locations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 Active ≠ feature usable” — the Answer Configuration is its own object behind its own privilege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verified species; open-form phrasing only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55080" y="3429000"/>
            <a:ext cx="5376672" cy="2514600"/>
          </a:xfrm>
          <a:prstGeom prst="roundRect">
            <a:avLst>
              <a:gd name="adj" fmla="val 2909"/>
            </a:avLst>
          </a:prstGeom>
          <a:solidFill>
            <a:srgbClr val="1E2A1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Retrieval — the POV (Bonus)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0" y="38862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PR when you want citation-grounded retrieval with no model paraphrasing: compliance-sensitive contexts, agent-assist, structured Q&amp;A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the evidence layer under RGA + the semantic finder — a labeled row, never silently merged into keyword counts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cautionary tale: encoder on the Vault pipeline → `charizard` 5 → 441 matches. Reverted.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 · recommendations &amp; personalization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Personalization: the war story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model healthy, one static list on every slot — three sessions of methodical elimination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1600200" cy="502920"/>
          </a:xfrm>
          <a:prstGeom prst="chevron">
            <a:avLst/>
          </a:prstGeom>
          <a:solidFill>
            <a:srgbClr val="1D2A4A"/>
          </a:solidFill>
          <a:ln w="12700">
            <a:solidFill>
              <a:srgbClr val="1D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slots served one static list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84832" y="1554480"/>
            <a:ext cx="1600200" cy="502920"/>
          </a:xfrm>
          <a:prstGeom prst="chevron">
            <a:avLst/>
          </a:prstGeom>
          <a:solidFill>
            <a:srgbClr val="1D2A4A"/>
          </a:solidFill>
          <a:ln w="12700">
            <a:solidFill>
              <a:srgbClr val="1D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84832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8483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healthy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84832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Trained, ONLINE, 19 swimlanes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12464" y="1554480"/>
            <a:ext cx="1600200" cy="502920"/>
          </a:xfrm>
          <a:prstGeom prst="chevron">
            <a:avLst/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12464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orphan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12464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cmh-recommendations — no request traverses it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40096" y="1554480"/>
            <a:ext cx="1600200" cy="502920"/>
          </a:xfrm>
          <a:prstGeom prst="chevron">
            <a:avLst/>
          </a:prstGeom>
          <a:solidFill>
            <a:srgbClr val="1D2A4A"/>
          </a:solidFill>
          <a:ln w="12700">
            <a:solidFill>
              <a:srgbClr val="1D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0096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40096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tests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40096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swaps, seeded personas (~19k events), real-browser replay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67728" y="1554480"/>
            <a:ext cx="1600200" cy="502920"/>
          </a:xfrm>
          <a:prstGeom prst="chevron">
            <a:avLst/>
          </a:prstGeom>
          <a:solidFill>
            <a:srgbClr val="1D2A4A"/>
          </a:solidFill>
          <a:ln w="12700">
            <a:solidFill>
              <a:srgbClr val="1D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67728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67728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true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67728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reports: strategy never reached the ML call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595360" y="1554480"/>
            <a:ext cx="1600200" cy="502920"/>
          </a:xfrm>
          <a:prstGeom prst="chevron">
            <a:avLst/>
          </a:prstGeom>
          <a:solidFill>
            <a:srgbClr val="1D2A4A"/>
          </a:solidFill>
          <a:ln w="12700">
            <a:solidFill>
              <a:srgbClr val="1D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95360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953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Re-point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595360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tracking-ID pipeline — still position-order collapse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222992" y="1554480"/>
            <a:ext cx="1600200" cy="502920"/>
          </a:xfrm>
          <a:prstGeom prst="chevron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22992" y="1554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222992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222992" y="246888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per association rule: when $recommendation is "recently_viewed"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4114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— verified live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5800" y="44805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slots differentiated: Recently Viewed genuinely per-visitor (Dana's vintage taste vs Marcus's modern)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/ PLP-empty correctly population-level; the PDP shows two different correct rails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gate: no surface claimed personalization until it was real — every surface labeled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001000" y="3977640"/>
            <a:ext cx="3730752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2960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beat · 30s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22960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ProfileSwitcher: Dana → Marcus → Guest.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the empty one proves the other two weren't hardcoded.”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✓ Query Suggest — diagnosing ML cold-start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Suggest: diagnosing ML cold-start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wired” vs “wired but starved” — and the smallest honest bridge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029968"/>
            <a:ext cx="0" cy="438912"/>
          </a:xfrm>
          <a:prstGeom prst="line">
            <a:avLst/>
          </a:prstGeom>
          <a:noFill/>
          <a:ln w="12700">
            <a:solidFill>
              <a:srgbClr val="2A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5361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OK, empty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18470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correctly. Zero completions.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2926080"/>
            <a:ext cx="0" cy="438912"/>
          </a:xfrm>
          <a:prstGeom prst="line">
            <a:avLst/>
          </a:prstGeom>
          <a:noFill/>
          <a:ln w="12700">
            <a:solidFill>
              <a:srgbClr val="2A3A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243230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real signal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~19k real events across seeded personas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3822192"/>
            <a:ext cx="0" cy="438912"/>
          </a:xfrm>
          <a:prstGeom prst="line">
            <a:avLst/>
          </a:prstGeom>
          <a:noFill/>
          <a:ln w="12700">
            <a:solidFill>
              <a:srgbClr val="2A3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33284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ML Admin API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34440" y="36393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retrain cadence — no API trigger. More data alone could never have fixed it today.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77240" y="4718304"/>
            <a:ext cx="0" cy="438912"/>
          </a:xfrm>
          <a:prstGeom prst="line">
            <a:avLst/>
          </a:prstGeom>
          <a:noFill/>
          <a:ln w="12700">
            <a:solidFill>
              <a:srgbClr val="2A3A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42245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limit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34440" y="45354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correction hard-capped at edit distance 1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157216"/>
            <a:ext cx="457200" cy="457200"/>
          </a:xfrm>
          <a:prstGeom prst="ellipse">
            <a:avLst/>
          </a:prstGeom>
          <a:solidFill>
            <a:srgbClr val="F5B301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4440" y="5120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bridge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34440" y="543153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vocabulary fallback that auto-yields to the model; client-side fuzzy did-you-mean labeled not-Coveo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680960" y="1463040"/>
            <a:ext cx="4050792" cy="2743200"/>
          </a:xfrm>
          <a:prstGeom prst="roundRect">
            <a:avLst>
              <a:gd name="adj" fmla="val 2667"/>
            </a:avLst>
          </a:prstGeom>
          <a:solidFill>
            <a:srgbClr val="1E2A1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095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method in miniature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909560" y="19659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“not wired” from “wired but starved”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platform limit precisely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smallest honest bridge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the bridge masquerade as the platform — server rows rank first the day the model serves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680960" y="4389120"/>
            <a:ext cx="4050792" cy="1554480"/>
          </a:xfrm>
          <a:prstGeom prst="roundRect">
            <a:avLst>
              <a:gd name="adj" fmla="val 470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beat · 15s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909560" y="4892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`char` in the header — suggestion rows + instant products. Pre-flight decides the PQS-vs-local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checklist · agentic access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Card Consultant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Coveo's Hosted MCP Server — the platform does retrieval; this layer decides what to ask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UI + persona session brief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78608" y="2331720"/>
            <a:ext cx="192024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88920" y="16002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api/consultant.ts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2608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· server-side EXECUTE_QUERY-only key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10328" y="2331720"/>
            <a:ext cx="192024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20640" y="16002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(Vertex AI)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25780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narrates multi-turn consultations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42048" y="2331720"/>
            <a:ext cx="192024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52360" y="16002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5B301"/>
          </a:solidFill>
          <a:ln w="9525">
            <a:solidFill>
              <a:srgbClr val="F5B3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Hosted MCP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58952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mcp.cloud.coveo.com/mcp · config pokedex-mcp · search + fetch tools only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73768" y="2331720"/>
            <a:ext cx="192024" cy="0"/>
          </a:xfrm>
          <a:prstGeom prst="line">
            <a:avLst/>
          </a:prstGeom>
          <a:noFill/>
          <a:ln w="15875">
            <a:solidFill>
              <a:srgbClr val="F5B301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784080" y="16002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1E2A1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212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tiles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92124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product/species tile from tool-call results — never parsed from prose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120640" y="3063240"/>
            <a:ext cx="3200400" cy="365760"/>
          </a:xfrm>
          <a:prstGeom prst="line">
            <a:avLst/>
          </a:prstGeom>
          <a:noFill/>
          <a:ln w="12700">
            <a:solidFill>
              <a:srgbClr val="9AA7BF"/>
            </a:solidFill>
            <a:prstDash val="dash"/>
            <a:headEnd type="triangl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539496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⇄ results (multi-turn)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discipline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5800" y="4434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come from tool-call results, never parsed from prose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Persona-aware via the session brief (Dana vs Marcus)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as the retrieval layer for an LLM agent — through Coveo's own hosted server, not a bespoke wrapper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45352" y="39319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3952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 — dated, reversed, argued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73952" y="4434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2026-08-14: MCP spike run; in-app chat CUT — verdict recorded with reasons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consultant-everywhere build reversed that verdict knowingly — the plan documents why the earlier reasoning no longer held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dated, reversals are argued, nothing is vibes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checklist · the audit lens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honesty layer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lens ON — every surface labeled, including what is not Coveo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6675120" cy="4480560"/>
          </a:xfrm>
          <a:prstGeom prst="rect">
            <a:avLst/>
          </a:prstGeom>
          <a:solidFill>
            <a:srgbClr val="0F1A30"/>
          </a:solidFill>
          <a:ln w="12700">
            <a:solidFill>
              <a:srgbClr val="3DBDF5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57200" y="1463040"/>
            <a:ext cx="6675120" cy="4480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with Demo Mode / Coveo lens ON — chips on every surface (capture at 1440, dark)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60920" y="1463040"/>
            <a:ext cx="4370832" cy="2148840"/>
          </a:xfrm>
          <a:prstGeom prst="roundRect">
            <a:avLst>
              <a:gd name="adj" fmla="val 340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8952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search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1540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241280" y="201168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rec slots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89520" y="2377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2377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540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241280" y="237744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41280" y="2377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589520" y="2743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15400" y="2743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15400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0241280" y="274320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241280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589520" y="3108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rule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915400" y="3108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1540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0241280" y="31089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41280" y="3108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60920" y="3794760"/>
            <a:ext cx="4370832" cy="2148840"/>
          </a:xfrm>
          <a:prstGeom prst="roundRect">
            <a:avLst>
              <a:gd name="adj" fmla="val 3404"/>
            </a:avLst>
          </a:prstGeom>
          <a:solidFill>
            <a:srgbClr val="16213A"/>
          </a:solidFill>
          <a:ln w="9525">
            <a:solidFill>
              <a:srgbClr val="F26D6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not-coveo (says so in-app)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589520" y="43434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8952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understanding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601200" y="43434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012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did-you-mean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589520" y="4727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89520" y="4727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typeahead vocab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9601200" y="472744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01200" y="4727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check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7589520" y="511149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89520" y="5111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recently-viewed trail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9601200" y="511149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601200" y="5111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featured-badge mirror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FDE demo you can audit is worth two you can't. · Evidence beat 20s: flip Demo Mode on a PDP.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exclusions → engagement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now, roadmap next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RabidMoose gets — and what I'd sequence after the PoC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in their terms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591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citations at the point of sale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" y="2990088"/>
            <a:ext cx="320040" cy="3200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first-query findability across three corpora from one box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3922776"/>
            <a:ext cx="320040" cy="3200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877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velocity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Hub edits — badges, facets, featured, notify — no deploys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" y="4855464"/>
            <a:ext cx="320040" cy="3200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8097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Agent-ready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51572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index behind an LLM consultant via Coveo's hosted MCP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45352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deliberately not built yet, and why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19672" y="20116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UI expansion — now that the platform mechanism is proven end-to-end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for Service / Insight Panel reusing the same RGA + Answer Configuration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claims once real (non-synthetic) click volume exists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 / facetsense results as Vault traffic accumulates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/ security trimming for dealer tiers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server-minted search tokens (Topic 2 tells you why)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9672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gaps in the assignment — they're the engagement roadmap.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8412480" y="1097280"/>
            <a:ext cx="3108960" cy="3108960"/>
          </a:xfrm>
          <a:prstGeom prst="ellipse">
            <a:avLst/>
          </a:prstGeom>
          <a:solidFill>
            <a:srgbClr val="13203C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0" y="1828800"/>
            <a:ext cx="1645920" cy="1645920"/>
          </a:xfrm>
          <a:prstGeom prst="ellipse">
            <a:avLst/>
          </a:prstGeom>
          <a:solidFill>
            <a:srgbClr val="3DBDF5"/>
          </a:solidFill>
          <a:ln w="12700">
            <a:solidFill>
              <a:srgbClr val="3DBD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run its worst day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RabidMoose, six months after go-live. Real traffic, real GMV, their merchandisers in the Hub, my architecture underneath.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4805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approach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44805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remediation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44805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communications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37960" y="44805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recurrence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&amp; Recovery · the scenario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 13:05 — Charizard goes viral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PSA-10 Base Set Charizard sale, and everyone searches the same word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traffic within an hour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0" y="1554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6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2918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PDP requests timing out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when a page loads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6112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B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GMV ↓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9611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Marketplace in the channel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29184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E2A1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clue, stated up front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376732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failure under peak is almost never a defect — it's a threshold. A quota, a timeout, a saturating dependency, or retry amplification: something that was always marginal is now being crossed. And I know this platform's margins, because I built them.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8920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how I run the next two hours: triage → hypothesis grid → stabilize → communicate → prevent.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Root-cause analysis approach · first 15 minutes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Triage: people first, then scope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halves the search space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humans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technical bridge + one business channel — never mixed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five minutes: incident lead (me), comms owner, storefront eng owner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to Coveo support opened in parallel — with org ID, request IDs, traces from the start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463040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1737360"/>
            <a:ext cx="457200" cy="45720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40680" y="15727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fails?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40680" y="18928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PDPs time out; cart works → the query path, not the transaction path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2587752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862072"/>
            <a:ext cx="457200" cy="45720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40680" y="2697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engine?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40680" y="3017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 through one box. Both → shared dependency (network, tokens, org). One → that engine's pipeline/models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17720" y="3712464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3986784"/>
            <a:ext cx="457200" cy="45720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40680" y="3822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traffic shape?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40680" y="41422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types the same word — and the box fires suggest + instant-product calls per keystroke. I built that amplifier; it's my first suspect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17720" y="4837176"/>
            <a:ext cx="7114032" cy="1005840"/>
          </a:xfrm>
          <a:prstGeom prst="roundRect">
            <a:avLst>
              <a:gd name="adj" fmla="val 7273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00600" y="5111496"/>
            <a:ext cx="457200" cy="45720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440680" y="494690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both ends say?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40680" y="52669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traces vs Coveo status + org metrics + UA. Localizes the fault: client, middle, or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RCA · Artifact 1 — the hypothesis grid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1: the hypothesis grid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 domains, mapped to this architecture — shown, not read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2651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/ 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Keystroke amplification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SearchBox fires suggest + instant products per keystroke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request-per-pageview ratio in UA; QPS by 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/ auth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key in the PoC; at scale a server-side search-token minting service per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endpoint latency / saturation in the storefront's APM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behavior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fetch() calls (hero, PDP lookup, badges) have no backoff — timeouts become instant re-requests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waterfalls: bursts of identical requests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Coveo org limits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429s appearing only at traffic peaks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codes in traces; support confirms org QPS ceiling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pipeline / 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RGA + suggestions on the hot path; heavy facet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the same query through a minimal pipeline; latency by 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/ 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catalog re-push mid-spike? (RGA chunk stores lag re-pushes — observed in the build)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status, doc counts, push logs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275320" y="1417320"/>
            <a:ext cx="3456432" cy="1600200"/>
          </a:xfrm>
          <a:prstGeom prst="roundRect">
            <a:avLst>
              <a:gd name="adj" fmla="val 457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disciplines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503920" y="184708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Platform-side vs implementation-side — decided early; evidence, not blame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beats plausible (the PQS cadence story)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75320" y="3154680"/>
            <a:ext cx="3456432" cy="2788920"/>
          </a:xfrm>
          <a:prstGeom prst="roundRect">
            <a:avLst>
              <a:gd name="adj" fmla="val 2623"/>
            </a:avLst>
          </a:prstGeom>
          <a:solidFill>
            <a:srgbClr val="3A1F24"/>
          </a:solidFill>
          <a:ln w="9525">
            <a:solidFill>
              <a:srgbClr val="F26D6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0392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6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lands (~45 min)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503920" y="3639312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Token-minting service saturates at 8× — multiplied by per-keystroke calls; naive retries turn each timeout into three more. Secondary: 429s brushing the org QPS ceiling.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confirmed healthy. Primary cause is implementation-side, in code I own — which is exactly why the FDE runs it instead of pointing at the vendor.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4892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HAD been Coveo's side: same grid, different exit — evidence package to support at P1; I stay incident lead.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5440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STORY #1 — a plausible first theory that was wrong in a real incident]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Short-term remediation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Stabilize: degraded-but-stable beats down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before irreversible · protect search → PDP → add-to-cart before every enhancement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5B301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retries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+ jitter, capped attempts, fail-fast to cache. Retry storms are self-inflicted DDoS.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61104" y="1463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3984" y="164592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39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38344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the amplifier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43984" y="2240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suggestions ~300 ms or disable per-keystroke; pause instant products.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65008" y="14630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7888" y="164592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842248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 ML load, keep plain search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47888" y="2240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off RGA + low-value rec slots. The listing fallback was designed for this — degrading is a flag, not a deploy.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37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44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token path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008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 + short-TTL token cache; anonymous viral visitors can share short-lived tokens.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61104" y="3337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43984" y="352044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43984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038344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head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443984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edge cache on the top ~100 queries — everyone is searching one word.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65008" y="333756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47888" y="3520440"/>
            <a:ext cx="457200" cy="457200"/>
          </a:xfrm>
          <a:prstGeom prst="ellipse">
            <a:avLst/>
          </a:prstGeom>
          <a:solidFill>
            <a:srgbClr val="1D2A4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4788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842248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with Coveo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247888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QPS headroom — arriving with request IDs and traces, not adjectives.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degraded mode out loud: “suggestions and AI answers are off for the next hour; search is stable.” Degraded-and-communicated keeps trust; degraded-and-silent destroys it.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Communications to executives · Artifact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2: the exec update, filled in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0F1A30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search incident — update 3 · 14:30 · next update 15:00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searches/PDPs failing intermittently since 13:05, during the viral Charizard traffic spike. Checkout unaffected. Search-attributed GMV tracking ~$X/hr below the spike's potential.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confirmed: our token service saturated under 8× traffic, amplified by per-keystroke calls and retry behavior. Coveo platform confirmed healthy.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live:  </a:t>
            </a:r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fix + suggestion debounce deployed 14:12; AI surfaces in degraded mode; token service scaled 2×. Error rate falling since 14:15.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full experience after 60 min of stability; suggestions first, RGA last.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49834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</a:t>
            </a:r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Kisselbach (incident lead) · bridge: #cx-search-sev1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1280160"/>
            <a:ext cx="4096512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is a promise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update ≤30 min from confirmed impact, then every 30–60 min — even when nothing changed. Silence makes the exec channel invent its own narrative.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2450592"/>
            <a:ext cx="4096512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63840" y="28620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bridge: fast, messy. Exec thread: terse, business-framed, zero speculation.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3621024"/>
            <a:ext cx="4096512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3712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unverified root cause to execs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63840" y="40325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“Confirmed X, still investigating Y.” Speculate wrong once and the next update is worthless.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35240" y="4791456"/>
            <a:ext cx="4096512" cy="1051560"/>
          </a:xfrm>
          <a:prstGeom prst="roundRect">
            <a:avLst>
              <a:gd name="adj" fmla="val 695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4882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demands → the cadence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863840" y="52029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“Next verified update at 15:00” — not a guess.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Preventing recurrence · Artifact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3: prevention becomes the playbook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has an owner and a date · reviewed blameless with the customer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394960"/>
                <a:gridCol w="118872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standard (backoff + jitter + circuit breaker) on every Coveo call in the storefront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Debounce / QPS budget for keystroke features; suggestion-multiplier alert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(FDE)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 at 5–10× forecast before every set release; token service in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SLOs on leading indicators: p95 search latency, 429 rate, token latency, zero-result spike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Degraded-mode flags for every ML surface (RGA, suggestions, recs), drilled 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(FDE)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capacity review with Coveo ahead of the release calendar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+ Coveo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Runbook v1 from this incident + a game-day drill before the next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 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549640" y="1417320"/>
            <a:ext cx="3182112" cy="1920240"/>
          </a:xfrm>
          <a:prstGeom prst="roundRect">
            <a:avLst>
              <a:gd name="adj" fmla="val 3810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7782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DB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are predictable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77824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releases and tournament weekends are known dates — like retail promos. Load-test to the calendar, not to the incident.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49640" y="3520440"/>
            <a:ext cx="3182112" cy="2423160"/>
          </a:xfrm>
          <a:prstGeom prst="roundRect">
            <a:avLst>
              <a:gd name="adj" fmla="val 3019"/>
            </a:avLst>
          </a:prstGeom>
          <a:solidFill>
            <a:srgbClr val="1E2A1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78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Through-line to Topic 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4023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fallback, the serialized badge queue, hunting silent failures like the empty additionalFields — that bias exists because of days like this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isn't a phase after the incident. It's how you build.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one job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built it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Essential, Intermediate, Advanced and the Bonus — built as the commerce experience a real client would run, measured on the org this morning.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5352" y="228600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B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run its worst day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9672" y="29718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 ~an hour because the search space was halved four times. The customer kept their viral moment. The incident ended as a runbook.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to go deep on any of it.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requirements traceability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requirements traceability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checklist item, its status, and where it landed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3657600"/>
                <a:gridCol w="277063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Landed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Cloud Org invitation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org brettktechnicalchallengexndyydor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or Headless locally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Headless ×2 SDKs, 5 engines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box, five engines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pokemondb.net, Pokémon pages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pokedex-push (1,025) + original sitemap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index, four corpora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Webcrawler or 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both, live-verified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local page to cloud 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+ every evidence 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Facets: Type, Generation · picture per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/search + Vault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experience is the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on GitHub, share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repo (confirm public/private before submission)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footer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the search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www.rabidmoose.com (Vercel prod)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+ all beats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RGA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pokedex-rga + Answer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RGA +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 Query Suggest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 PQS-family models + seeded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Suggest cold-start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Pokémon Detail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/pokemon/:name (+ card PDP)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experience is the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Presentation, 2 topics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this deck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 Retrieval + a POV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evidence rows + Vault semantic finder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RGA + 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292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ammo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RabidMoose on Coveo · FDE engagement readout · www.rabidmoose.com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pipelines &amp; API surface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932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backup: routing conditions and every API used beyond the SDKs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5B3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pokedex-querypipeline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/search, Ask panels, RGA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cmh-search-pokemon-catalog-e33ef39e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commerce-api Search · trackingId pokemon-catalog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cmh-listing-pokemon-catalog-e33ef39e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Listing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home 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cmh-recommendations-pokemon-catalog-e33ef39e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rec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cmh-recommendations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CONDITION (orphan)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pokedex-passages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"Pokedex Passages"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pokedex-vault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"Pokedex Vault"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/pokedex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pokemon-news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$searchHub is "Pokemon News"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/pokemon-news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35240" y="1188720"/>
            <a:ext cx="4096512" cy="4754880"/>
          </a:xfrm>
          <a:prstGeom prst="roundRect">
            <a:avLst>
              <a:gd name="adj" fmla="val 1786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638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used beyond the SDKs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863840" y="17373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Search / Listing / Recommendations / querySuggest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Search API incl. ~12 raw vocabulary/aggregation reads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server-side aggregation (type-matchup panel)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(news article bodies)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Retrieval v3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Stream APIs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Admin API; pipeline / statements / resultRankings admin APIs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Configurations API (additionalFields)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Analytics write; ec.productView, cart/purchase events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Coveo Hosted MCP Server (search + fetch)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754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tooling: 21-query relevancy scorecard · featured-rule + pipeline-drift tripwires · RGA answer-freshness verifier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RabidMoose on Coveo — FDE engagement readout</dc:title>
  <dc:subject>PptxGenJS Presentation</dc:subject>
  <dc:creator>PptxGenJS</dc:creator>
  <cp:lastModifiedBy>PptxGenJS</cp:lastModifiedBy>
  <cp:revision>1</cp:revision>
  <dcterms:created xsi:type="dcterms:W3CDTF">2026-08-18T14:42:01Z</dcterms:created>
  <dcterms:modified xsi:type="dcterms:W3CDTF">2026-08-18T14:42:01Z</dcterms:modified>
</cp:coreProperties>
</file>